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292608" y="8229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CONNECTED ARENA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292608" y="1828800"/>
            <a:ext cx="347472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292608" y="193852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Multiplayer Fan Engagement Platform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92608" y="23957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Sports AI Innovation Cup 2026  |  Challenge 4: Connected Arena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" y="3108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92608" y="336499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Carine UMUGABEKAZE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" y="36393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ISHIMWE Ami Paradis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" y="391363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CYUZUZO Pacifique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310896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89520" y="310896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356616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89520" y="356616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0" y="402336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&lt;20ms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89520" y="402336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Latency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448056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89520" y="448056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Personas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466344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d1706ex99mjina.cloudfront.net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412480" y="48006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&amp; OUR SOLUTION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02920" y="658368"/>
            <a:ext cx="8138160" cy="228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48006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786384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"Watching football today is passive. Fans react — they don’t participate."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2651760" cy="786384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37160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Interactivity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12648" y="1627632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Broadcast/streaming offers zero participation.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91840" y="1298448"/>
            <a:ext cx="2651760" cy="786384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137160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Disconnected Fans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01568" y="1627632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reactions come after the moment, not during.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80760" y="1298448"/>
            <a:ext cx="2651760" cy="786384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0488" y="137160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Generic Experience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190488" y="1627632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fan sees the same commentary.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17627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OUR SOLUTION  ↓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487168"/>
            <a:ext cx="1956816" cy="1664208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596896"/>
            <a:ext cx="731520" cy="23774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59689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" y="2907792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Predictions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3218688"/>
            <a:ext cx="177393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YES/NO on shots, penalties, free kicks with countdown timer + instant XP.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569464" y="2487168"/>
            <a:ext cx="1956816" cy="1664208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60904" y="2596896"/>
            <a:ext cx="731520" cy="23774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2660904" y="259689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60904" y="2907792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Commentary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660904" y="3218688"/>
            <a:ext cx="177393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Claude Haiku generates unique commentary per fan persona.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36008" y="2487168"/>
            <a:ext cx="1956816" cy="1664208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27448" y="2596896"/>
            <a:ext cx="731520" cy="23774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4727448" y="259689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27448" y="2907792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Leaderboard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27448" y="3218688"/>
            <a:ext cx="177393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ranking updates after every goal. 5 tiers: ROOKIE → APEX.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702552" y="2487168"/>
            <a:ext cx="1956816" cy="1664208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93992" y="2596896"/>
            <a:ext cx="731520" cy="23774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6793992" y="259689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93992" y="2907792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Stadium Big Screen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793992" y="3218688"/>
            <a:ext cx="177393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Full-screen mode for jumbotrons and watch parties with live QR join.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ARCHITECTURE — 100% SERVERLESS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02920" y="658368"/>
            <a:ext cx="8138160" cy="228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48006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786384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AWS Services  |  9 Lambda Functions  |  5 DynamoDB Tables  |  Zero EC2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14884" y="1170432"/>
            <a:ext cx="1508760" cy="10515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269748" y="1280160"/>
            <a:ext cx="1399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CloudFront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S3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9748" y="1810512"/>
            <a:ext cx="1399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/ Static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815084" y="1586484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▶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16252" y="1170432"/>
            <a:ext cx="1508760" cy="10515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2071116" y="1280160"/>
            <a:ext cx="1399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Gateway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WebSocket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71116" y="1810512"/>
            <a:ext cx="1399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616452" y="1586484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▶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17620" y="1170432"/>
            <a:ext cx="1508760" cy="10515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3872484" y="1280160"/>
            <a:ext cx="1399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Lambda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 9 Functions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72484" y="1810512"/>
            <a:ext cx="1399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417820" y="1586484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▶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618988" y="1170432"/>
            <a:ext cx="1508760" cy="10515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5673852" y="1280160"/>
            <a:ext cx="1399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DynamoDB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 5 Tables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73852" y="1810512"/>
            <a:ext cx="1399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219188" y="1586484"/>
            <a:ext cx="164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▶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420356" y="1170432"/>
            <a:ext cx="1508760" cy="10515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7475220" y="1280160"/>
            <a:ext cx="1399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Bedrock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75220" y="1810512"/>
            <a:ext cx="1399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Commentary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58284" y="2221992"/>
            <a:ext cx="27432" cy="347472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6" name="Text 24"/>
          <p:cNvSpPr/>
          <p:nvPr/>
        </p:nvSpPr>
        <p:spPr>
          <a:xfrm>
            <a:off x="3634740" y="2569464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(1/min trigger)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2920" y="292608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Amazon Cognito (Auth)  |  + Lambda Layers (shared code)  |  + S3 (DFL XML data)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2920" y="3200400"/>
            <a:ext cx="8138160" cy="1097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3310128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Fan visits CloudFront → opens WebSocket → API Gateway routes to connect Lambda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363931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EventBridge fires event_emitter Lambda every 60s → reads next DFL match event from DynamoDB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" y="3968496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Resolves open predictions (awards XP) → invokes broadcast Lambda → pushes MATCH_EVENT to all fans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2920" y="429768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For GOAL/PENALTY/VAR/CARD → invokes bedrock_commentary Lambda → unique AI_COMMENTARY per fan persona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2920" y="4626864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Frontend: score updates, feed card, win-prob bar, prediction modal, leaderboard auto-refresh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SPATIAL VISION &amp; NORTH STAR ECOSYSTEM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02920" y="658368"/>
            <a:ext cx="8138160" cy="228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48006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78638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single screen to a connected fan ecosystem — matchday, mid-week, everywhere.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1572768" cy="475488"/>
          </a:xfrm>
          <a:prstGeom prst="rect">
            <a:avLst/>
          </a:prstGeom>
          <a:solidFill>
            <a:srgbClr val="00000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9264" y="144475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960120" y="1444752"/>
            <a:ext cx="658368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444752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502920" y="1645920"/>
            <a:ext cx="1572768" cy="2542032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1737360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 arena experience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76072" y="2176272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Predictions + XP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76072" y="2615184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commentary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76072" y="3054096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Leaderboard + chat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76072" y="3493008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Push notifications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167128" y="1170432"/>
            <a:ext cx="1572768" cy="475488"/>
          </a:xfrm>
          <a:prstGeom prst="rect">
            <a:avLst/>
          </a:prstGeom>
          <a:solidFill>
            <a:srgbClr val="00000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67128" y="118872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 STADIUM SCREEN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633472" y="144475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24328" y="1444752"/>
            <a:ext cx="658368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2624328" y="1444752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2167128" y="1645920"/>
            <a:ext cx="1572768" cy="2542032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0280" y="1737360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/stadium big-screen mode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240280" y="2176272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Giant scoreboard + feed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240280" y="2615184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 crowd vote bars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240280" y="3054096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QR code to join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240280" y="3493008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commentary overlay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831336" y="1170432"/>
            <a:ext cx="1572768" cy="475488"/>
          </a:xfrm>
          <a:prstGeom prst="rect">
            <a:avLst/>
          </a:prstGeom>
          <a:solidFill>
            <a:srgbClr val="00000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31336" y="118872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WATCH PARTY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297680" y="144475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4288536" y="1444752"/>
            <a:ext cx="658368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4288536" y="1444752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3831336" y="1645920"/>
            <a:ext cx="1572768" cy="2542032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04488" y="1737360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Shared screen companion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904488" y="2176272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Fan count + crowd votes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904488" y="2615184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Projected leaderboard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904488" y="3054096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Group challenges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904488" y="3493008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Second-screen sync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95544" y="1170432"/>
            <a:ext cx="1572768" cy="475488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95544" y="118872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🕶️  AR IN-STADIUM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961888" y="144475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5952744" y="1444752"/>
            <a:ext cx="658368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5952744" y="1444752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5495544" y="1645920"/>
            <a:ext cx="1572768" cy="2542032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68696" y="1737360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Phone camera AR overlay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568696" y="2176272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 stats on pitch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568696" y="2615184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Player XP badges floating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568696" y="3054096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Section-based challenges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568696" y="3493008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Proximity fan matching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159752" y="1170432"/>
            <a:ext cx="1572768" cy="475488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59752" y="118872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⌚  WEARABLE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626096" y="144475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7616952" y="1444752"/>
            <a:ext cx="658368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4" name="Text 52"/>
          <p:cNvSpPr/>
          <p:nvPr/>
        </p:nvSpPr>
        <p:spPr>
          <a:xfrm>
            <a:off x="7616952" y="1444752"/>
            <a:ext cx="658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7159752" y="1645920"/>
            <a:ext cx="1572768" cy="2542032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32904" y="1737360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Haptic buzz on prediction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232904" y="2176272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Tap YES/NO on wrist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232904" y="2615184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XP + streak notifications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232904" y="3054096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Heart rate challenges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232904" y="3493008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Cross-device identity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02920" y="429768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NORTH STAR: A persistent fan identity that travels across phone, stadium, wearable, and living room — every interaction earns XP, every touchpoint is connected.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 &amp; WHY WE WIN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02920" y="658368"/>
            <a:ext cx="8138160" cy="228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0" y="48006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804672"/>
            <a:ext cx="8138160" cy="530352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877824"/>
            <a:ext cx="749808" cy="23774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877824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472184" y="859536"/>
            <a:ext cx="7059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https://d1706ex99mjina.cloudfront.net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472184" y="1078992"/>
            <a:ext cx="7059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fan experience — join, predict, earn XP, AI commentary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1426464"/>
            <a:ext cx="8138160" cy="530352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" y="1499616"/>
            <a:ext cx="749808" cy="23774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" y="1499616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STADIUM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472184" y="1481328"/>
            <a:ext cx="7059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https://d1706ex99mjina.cloudfront.net/stadium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472184" y="1700784"/>
            <a:ext cx="7059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Screen mode — spatial proof-of-concept for jumbotrons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" y="2048256"/>
            <a:ext cx="8138160" cy="530352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" y="2121408"/>
            <a:ext cx="749808" cy="23774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" y="212140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472184" y="2103120"/>
            <a:ext cx="7059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https://github.com/pacyuzu16/connected-arena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472184" y="2322576"/>
            <a:ext cx="7059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source: Next.js frontend, 9 Lambdas, SAM template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2920" y="2724912"/>
            <a:ext cx="8138160" cy="10973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81635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CONNECTED ARENA WINS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2920" y="3090672"/>
            <a:ext cx="1956816" cy="1554480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1638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CC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41832" y="3163824"/>
            <a:ext cx="1444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Personalized AI at Scale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76072" y="3529584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generates a unique message per fan per event — not one broadcast, N individual conversations.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569464" y="3090672"/>
            <a:ext cx="1956816" cy="1554480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42616" y="31638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CC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008376" y="3163824"/>
            <a:ext cx="1444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True Real-Time WebSocket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42616" y="3529584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WebSocket pushes to browsers instantly. EventBridge + Lambda + DynamoDB with zero polling.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36008" y="3090672"/>
            <a:ext cx="1956816" cy="1554480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1638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CC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74920" y="3163824"/>
            <a:ext cx="1444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Fan Journey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09160" y="3529584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Pre-match predictions → live XP → HT AI summary → post-match standings → mid-week retention.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702552" y="3090672"/>
            <a:ext cx="1956816" cy="1554480"/>
          </a:xfrm>
          <a:prstGeom prst="rect">
            <a:avLst/>
          </a:prstGeom>
          <a:solidFill>
            <a:srgbClr val="F2F2F2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75704" y="31638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CC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41464" y="3163824"/>
            <a:ext cx="1444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Spatial Proof-of-Concept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75704" y="3529584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Stadium big-screen mode, watch-party view, QR join — plus wearable &amp; AR concepts articulated.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Connected Arena — Executive Summary</dc:title>
  <dc:subject>PptxGenJS Presentation</dc:subject>
  <dc:creator>Connected Arena Team</dc:creator>
  <cp:lastModifiedBy>Connected Arena Team</cp:lastModifiedBy>
  <cp:revision>1</cp:revision>
  <dcterms:created xsi:type="dcterms:W3CDTF">2026-05-22T10:19:53Z</dcterms:created>
  <dcterms:modified xsi:type="dcterms:W3CDTF">2026-05-22T10:19:53Z</dcterms:modified>
</cp:coreProperties>
</file>